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9E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E3CFA4-9D10-48AD-AA01-E9C98F18BA1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E96DF-2786-411D-9FB5-2D1C228F3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870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E96DF-2786-411D-9FB5-2D1C228F3EC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544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7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noFill/>
          <a:ln w="38100">
            <a:solidFill>
              <a:srgbClr val="0F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noFill/>
          <a:ln w="1905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6863" y="1966530"/>
            <a:ext cx="11455225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800" b="1" dirty="0">
                <a:solidFill>
                  <a:srgbClr val="EBEBEB"/>
                </a:solidFill>
              </a:rPr>
              <a:t>DRACOAKILL</a:t>
            </a:r>
            <a:endParaRPr sz="13800" b="1" dirty="0">
              <a:solidFill>
                <a:srgbClr val="EBEBE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75659" y="795635"/>
            <a:ext cx="84406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dirty="0">
                <a:solidFill>
                  <a:srgbClr val="0F2D5C"/>
                </a:solidFill>
              </a:rPr>
              <a:t>COURSE COMPLETION CERTIFICATE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1" y="1713197"/>
            <a:ext cx="11640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 dirty="0"/>
              <a:t>This certificate is proudly presented 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17" y="2048736"/>
            <a:ext cx="116403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dirty="0">
                <a:solidFill>
                  <a:srgbClr val="0F2D5C"/>
                </a:solidFill>
              </a:rPr>
              <a:t>ASHWINRAJ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761797"/>
            <a:ext cx="116403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F</a:t>
            </a:r>
            <a:r>
              <a:rPr sz="1600" dirty="0"/>
              <a:t>or successfully completing the professional certification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19" y="3038238"/>
            <a:ext cx="116403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dirty="0">
                <a:solidFill>
                  <a:srgbClr val="069EEA"/>
                </a:solidFill>
              </a:rPr>
              <a:t>JAVA PROGRAMMING FUNDAMENTALS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9931" y="3772872"/>
            <a:ext cx="2087864" cy="960120"/>
          </a:xfrm>
          <a:prstGeom prst="roundRect">
            <a:avLst/>
          </a:prstGeom>
          <a:solidFill>
            <a:srgbClr val="F0F0F0"/>
          </a:solidFill>
          <a:ln w="1524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0F2D5C"/>
                </a:solidFill>
              </a:rPr>
              <a:t>Overall Score</a:t>
            </a:r>
          </a:p>
          <a:p>
            <a:pPr algn="ctr"/>
            <a:r>
              <a:rPr sz="2000" b="1" dirty="0">
                <a:solidFill>
                  <a:srgbClr val="282828"/>
                </a:solidFill>
              </a:rPr>
              <a:t>53%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58" y="4378928"/>
            <a:ext cx="2103120" cy="960120"/>
          </a:xfrm>
          <a:prstGeom prst="roundRect">
            <a:avLst/>
          </a:prstGeom>
          <a:solidFill>
            <a:srgbClr val="F0F0F0"/>
          </a:solidFill>
          <a:ln w="1524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0F2D5C"/>
                </a:solidFill>
              </a:rPr>
              <a:t>Assignments</a:t>
            </a:r>
          </a:p>
          <a:p>
            <a:pPr algn="ctr"/>
            <a:r>
              <a:rPr sz="2000" b="1" dirty="0">
                <a:solidFill>
                  <a:srgbClr val="282828"/>
                </a:solidFill>
              </a:rPr>
              <a:t>19.38 / 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11599" y="3731562"/>
            <a:ext cx="2103120" cy="960120"/>
          </a:xfrm>
          <a:prstGeom prst="roundRect">
            <a:avLst/>
          </a:prstGeom>
          <a:solidFill>
            <a:srgbClr val="F0F0F0"/>
          </a:solidFill>
          <a:ln w="1524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0F2D5C"/>
                </a:solidFill>
              </a:rPr>
              <a:t>Proctored Exam</a:t>
            </a:r>
          </a:p>
          <a:p>
            <a:pPr algn="ctr"/>
            <a:r>
              <a:rPr sz="2000" b="1" dirty="0">
                <a:solidFill>
                  <a:srgbClr val="282828"/>
                </a:solidFill>
              </a:rPr>
              <a:t>33.75 / 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2944" y="3769974"/>
            <a:ext cx="62461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282828"/>
                </a:solidFill>
              </a:rPr>
              <a:t>Issued on: 19 July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6205439"/>
            <a:ext cx="11640312" cy="320040"/>
          </a:xfrm>
          <a:prstGeom prst="rect">
            <a:avLst/>
          </a:prstGeom>
          <a:solidFill>
            <a:srgbClr val="0F2D5C"/>
          </a:solidFill>
          <a:ln>
            <a:solidFill>
              <a:srgbClr val="0F2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61020" y="6237327"/>
            <a:ext cx="454804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</a:rPr>
              <a:t>Certificate ID: SB-2026-JPF-000154     |     Credits: 4     |     QR Verification Available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4B9307F-CB13-D553-C502-B719389A4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6429" y="648676"/>
            <a:ext cx="1112134" cy="110929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A5A92CC-AE0E-F567-5C3F-5E7BADD8FC26}"/>
              </a:ext>
            </a:extLst>
          </p:cNvPr>
          <p:cNvSpPr txBox="1"/>
          <p:nvPr/>
        </p:nvSpPr>
        <p:spPr>
          <a:xfrm>
            <a:off x="9634925" y="1719072"/>
            <a:ext cx="2348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Verify:</a:t>
            </a:r>
            <a:r>
              <a:rPr lang="en-US" sz="1200" dirty="0">
                <a:solidFill>
                  <a:srgbClr val="0070C0"/>
                </a:solidFill>
              </a:rPr>
              <a:t> http:/skillbuild/officialcerti/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6D309E-A139-A981-DD26-36C194305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5444" y="4858988"/>
            <a:ext cx="1005840" cy="10058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23AAEF6-7C28-E50D-4956-3AC5B5A0B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27" y="693445"/>
            <a:ext cx="1022023" cy="10220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63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Ashwinraj B</cp:lastModifiedBy>
  <cp:revision>5</cp:revision>
  <dcterms:created xsi:type="dcterms:W3CDTF">2013-01-27T09:14:16Z</dcterms:created>
  <dcterms:modified xsi:type="dcterms:W3CDTF">2026-08-21T15:13:07Z</dcterms:modified>
  <cp:category/>
</cp:coreProperties>
</file>